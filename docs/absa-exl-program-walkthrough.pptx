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PROGRAM WALKTHROUGH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1945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ABSA × EXL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Hosting Platform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572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6-month program to onboard 10 production models with end-to-end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security and chain-of-custody from intake to scoring delivery.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109728" cy="41148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we're here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Context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56692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ABSA has 10 production-grade risk and decision models running today across multiple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environments. EXL will host the scoring runtime end-to-end — taking signed code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data from ABSA, scoring it on a controlled platform, and returning auditable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on the agreed cadence.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we deliver must satisfy banking-grade audit, security and change-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requirements while being repeatable enough to onboard new models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re-architecting.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766560" y="1005840"/>
            <a:ext cx="48463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766560" y="1005840"/>
            <a:ext cx="9144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097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Auditable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40880" y="15544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artefact signed; every action logged; full chain-of-custody from intake to delivery.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66560" y="2651760"/>
            <a:ext cx="48463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766560" y="2651760"/>
            <a:ext cx="9144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2743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Repeatable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40880" y="320040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templates and a model registry turn new-model onboarding from weeks into days.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766560" y="4297680"/>
            <a:ext cx="48463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66560" y="4297680"/>
            <a:ext cx="9144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4389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Cross-account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40880" y="484632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ABSA and EXL operate in separate AWS accounts with cryptographically verifiable hand-offs.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ABSA × EXL  •  Onboarding Program Walkthrough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at a glance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What we're committing 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1945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261872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1975104"/>
            <a:ext cx="201168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in scope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80360" y="1097280"/>
            <a:ext cx="21945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17520" y="1261872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971800" y="1975104"/>
            <a:ext cx="201168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to go-live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12080" y="1097280"/>
            <a:ext cx="21945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49240" y="1261872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5303520" y="1975104"/>
            <a:ext cx="201168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phases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543800" y="1097280"/>
            <a:ext cx="21945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680960" y="1261872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85+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7635240" y="1975104"/>
            <a:ext cx="201168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tasks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875520" y="1097280"/>
            <a:ext cx="19202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012680" y="1261872"/>
            <a:ext cx="1645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9966960" y="1975104"/>
            <a:ext cx="173736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gates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2926080"/>
            <a:ext cx="11247120" cy="1371600"/>
          </a:xfrm>
          <a:prstGeom prst="rect">
            <a:avLst/>
          </a:prstGeom>
          <a:solidFill>
            <a:srgbClr val="F1F4F9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10 models split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342900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models, Month 4):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proof of the chain end-to-end. ABSA sign-off here is the biggest single milestone.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 models, Months 5-6):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parallel ramp; reuses Group 1 templates so per-model cost falls sharply.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45720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success looks like at Month 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5029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10/10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194560" y="5074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in scheduled production scoring on EXL-hosted infrastructure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343400" y="5029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989320" y="5074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scoring runs cryptographically signed + verifiable end-to-end by ABSA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138160" y="5029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Self-service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784080" y="5074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template-driven onboarding for any new model in the same family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ABSA × EXL  •  Onboarding Program Walkthrough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 timeline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Six months at a glance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0" y="1371600"/>
            <a:ext cx="10711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60274" y="1371600"/>
            <a:ext cx="10711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31429" y="1371600"/>
            <a:ext cx="10711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02583" y="1371600"/>
            <a:ext cx="10711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73737" y="1371600"/>
            <a:ext cx="10711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744891" y="1371600"/>
            <a:ext cx="10711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816046" y="1371600"/>
            <a:ext cx="10711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M7+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1737360"/>
            <a:ext cx="749808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8745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Scope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0" y="1874520"/>
            <a:ext cx="1071154" cy="274320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945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Access &amp; Connectivity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89120" y="2194560"/>
            <a:ext cx="2142309" cy="274320"/>
          </a:xfrm>
          <a:prstGeom prst="roundRect">
            <a:avLst>
              <a:gd name="adj" fmla="val 25000"/>
            </a:avLst>
          </a:prstGeom>
          <a:solidFill>
            <a:srgbClr val="2E4172"/>
          </a:solidFill>
          <a:ln w="12700">
            <a:solidFill>
              <a:srgbClr val="2E41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5146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Code Readiness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89120" y="2514600"/>
            <a:ext cx="2142309" cy="274320"/>
          </a:xfrm>
          <a:prstGeom prst="roundRect">
            <a:avLst>
              <a:gd name="adj" fmla="val 25000"/>
            </a:avLst>
          </a:prstGeom>
          <a:solidFill>
            <a:srgbClr val="2E4172"/>
          </a:solidFill>
          <a:ln w="12700">
            <a:solidFill>
              <a:srgbClr val="2E41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8346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Foundation Build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60274" y="2834640"/>
            <a:ext cx="2142309" cy="274320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1546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&amp; Change Mgmt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60274" y="3154680"/>
            <a:ext cx="5355771" cy="274320"/>
          </a:xfrm>
          <a:prstGeom prst="roundRect">
            <a:avLst>
              <a:gd name="adj" fmla="val 25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4747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Optimization &amp; Pipelines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31429" y="3474720"/>
            <a:ext cx="2142309" cy="274320"/>
          </a:xfrm>
          <a:prstGeom prst="roundRect">
            <a:avLst>
              <a:gd name="adj" fmla="val 25000"/>
            </a:avLst>
          </a:prstGeom>
          <a:solidFill>
            <a:srgbClr val="2E4172"/>
          </a:solidFill>
          <a:ln w="12700">
            <a:solidFill>
              <a:srgbClr val="2E41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794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— First 2 models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602583" y="3794760"/>
            <a:ext cx="1071154" cy="27432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27433" y="3758184"/>
            <a:ext cx="201168" cy="347472"/>
          </a:xfrm>
          <a:prstGeom prst="diamond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1148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— Remaining 8 models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673737" y="4114800"/>
            <a:ext cx="2142309" cy="274320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4348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Delivery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73737" y="4434840"/>
            <a:ext cx="2142309" cy="274320"/>
          </a:xfrm>
          <a:prstGeom prst="roundRect">
            <a:avLst>
              <a:gd name="adj" fmla="val 25000"/>
            </a:avLst>
          </a:prstGeom>
          <a:solidFill>
            <a:srgbClr val="2E4172"/>
          </a:solidFill>
          <a:ln w="12700">
            <a:solidFill>
              <a:srgbClr val="2E41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7548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 Support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816046" y="4754880"/>
            <a:ext cx="1071154" cy="274320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50749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Model Onboarding (template)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816046" y="5074920"/>
            <a:ext cx="1071154" cy="274320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562356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F96167">
              <a:alpha val="12000"/>
            </a:srgbClr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5769864"/>
            <a:ext cx="256032" cy="301752"/>
          </a:xfrm>
          <a:prstGeom prst="diamond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1560" y="56692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milestone: Group 1 sign-off (end of Month 4) gates Group 2 and steady state. Schedule slippage here cascades.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ABSA × EXL  •  Onboarding Program Walkthrough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Months 1-2: Set the foundation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Phases 1-3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61188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2801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280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&amp; Scope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SPOCs on both sides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10-model delivery sequence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run cadence per model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PIR + sign-off checkpoints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ABSA shares approved model docs + code + benchmarks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5486400"/>
            <a:ext cx="3611880" cy="73152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532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TO NEXT PHASE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77240" y="57790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SPOCs identified, scope sign-off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1097280"/>
            <a:ext cx="361188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2801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03520" y="1280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Connectivity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6344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1-2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228600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ABSA architecture sign-off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provisions AWS landing zones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Cross-account IAM trust established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S3 replication path validated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federation tested + signed off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34840" y="5486400"/>
            <a:ext cx="3611880" cy="73152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5532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TO NEXT PHASE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63440" y="57790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account IDs + IAM principals exchanged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21040" y="1097280"/>
            <a:ext cx="361188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549640" y="12801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4964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89720" y="1280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Code Readiness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4964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1-2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49640" y="228600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ABSA freezes input variables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ABSA prepares signed code package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code+data+benchmark transferred to EXL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validates receipt via code-intake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runs schema + drift quality checks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321040" y="5486400"/>
            <a:ext cx="3611880" cy="73152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49640" y="5532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TO NEXT PHASE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549640" y="57790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model accepted by code-intake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ABSA × EXL  •  Onboarding Program Walkthrough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Months 2-6: Platform &amp; Controls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Phases 4 &amp; 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6858000" cy="51663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51560"/>
            <a:ext cx="109728" cy="5166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1887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4: Platform Foundation Build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2-3  •  EXL leads, ABSA consulted on key choices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2057400"/>
            <a:ext cx="182880" cy="1828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 + networking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0440" y="20116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Multi-account topology per ADR-0004; baseline IAM/KMS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8680" y="2697480"/>
            <a:ext cx="182880" cy="1828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2651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 + version control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26517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registry + DynamoDB; approval state machine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" y="3337560"/>
            <a:ext cx="182880" cy="1828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templates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0440" y="3291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Standard-batch / Scalable-batch / Realtime placeholder ready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68680" y="3977640"/>
            <a:ext cx="182880" cy="1828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3931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+ drift gates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20440" y="3931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workflows publishing signed manifests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8680" y="4617720"/>
            <a:ext cx="182880" cy="1828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4572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observability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20440" y="45720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event log + LocalStack-based regression demo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68680" y="5257800"/>
            <a:ext cx="182880" cy="1828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5212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Infrastructure-as-Code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20440" y="5212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 for every component, per-env stacks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635240" y="1051560"/>
            <a:ext cx="4160520" cy="5166360"/>
          </a:xfrm>
          <a:prstGeom prst="rect">
            <a:avLst/>
          </a:prstGeom>
          <a:solidFill>
            <a:srgbClr val="F1F4F9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635240" y="1051560"/>
            <a:ext cx="109728" cy="51663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0" y="11887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5: Controls &amp; Change Management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86384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2-6  •  Cross-cutting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863840" y="2194560"/>
            <a:ext cx="3840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Change-request workflow + approval matrix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+ promotion gates for production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requirements per change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retention + archival rules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 controls for delivery endpoints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logging in agreed tracking tool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ABSA × EXL  •  Onboarding Program Walkthrough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Months 3-4: Optimize, then prove it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Phases 6 &amp; 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548640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109728" cy="5120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2344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6: Code Optimization &amp; Pipeline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3-4  •  EXL leads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10312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developer code for production readiness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+ optimize model scoring code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scoring logic vs dev benchmarks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scoring code for controlled deployment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reusable scoring pipeline templates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models + pipeline versions in registry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model run schedules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097280"/>
            <a:ext cx="5577840" cy="5120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097280"/>
            <a:ext cx="109728" cy="5120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MILESTONE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46520" y="1600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7: Group 1 — First 2 models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2057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  •  Joint EXL + ABSA  •  Gates Group 2 + steady state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2468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is critical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283464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is the proof point. We prove the chain end-to-end on two real models — intake, sign, score, reconcile, PIR — before scaling to the remaining 8. ABSA sign-off here unlocks every downstream phase.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46520" y="4434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Exit criteria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48006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reconcile to ABSA benchmarks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resolved, PIR complete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ABSA Risk Owner sign-off in writing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ABSA × EXL  •  Onboarding Program Walkthrough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Months 5-7+: Scale + steady state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Phases 8 &amp; 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55778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109728" cy="2468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234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2: Remaining 8 models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002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5-6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192024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templates reused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onboarding stream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Per-model PIR + reconciliation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ABSA sign-off closes initial scope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1097280"/>
            <a:ext cx="55778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1097280"/>
            <a:ext cx="109728" cy="2468880"/>
          </a:xfrm>
          <a:prstGeom prst="rect">
            <a:avLst/>
          </a:prstGeom>
          <a:solidFill>
            <a:srgbClr val="2E4172"/>
          </a:solidFill>
          <a:ln w="12700">
            <a:solidFill>
              <a:srgbClr val="2E41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234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Dashboards &amp; Delivery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16002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5-6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75120" y="192024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dashboard for runs + exceptions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routing for failures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output delivery to ABSA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runbooks + handover material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55778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794760"/>
            <a:ext cx="109728" cy="24688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931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Steady State Support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2976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7+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8680" y="461772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daily/weekly/monthly scoring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per run + delivery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+ anomaly review cadence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service review with ABSA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3794760"/>
            <a:ext cx="55778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3794760"/>
            <a:ext cx="109728" cy="24688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3931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Model Onboarding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9400" y="42976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7+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75120" y="461772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Template-driven for same model family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Type-specific controls for new categories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+ scoring + PIR per model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+ schedule new approved models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ABSA × EXL  •  Onboarding Program Walkthrough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owns what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Ownership across the program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61188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3611880" cy="640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ABSA owns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3246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sign-off + internal cloud approvals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datasets, input variables, signed code packages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outputs for reconciliation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whitelisting + connectivity details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&amp; Group 2 sign-off (PIR closure)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Approving new model onboarding requests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097280"/>
            <a:ext cx="361188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097280"/>
            <a:ext cx="361188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0972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EXL delivers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9160" y="1965960"/>
            <a:ext cx="3246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landing zone, IAM, KMS, secrets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 + pipeline templates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intake validation + manifest signing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runtime + audit trail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dashboards + alerting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runbooks + handover material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21040" y="1097280"/>
            <a:ext cx="361188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21040" y="1097280"/>
            <a:ext cx="3611880" cy="640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0972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run jointly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95360" y="1965960"/>
            <a:ext cx="3246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scope, RACI, cadence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Cross-account IAM trust + SSO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transfer validation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+ approval matrix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+ benchmark reconciliation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service review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ABSA × EXL  •  Onboarding Program Walkthrough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risks &amp; mitigations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Top 5 we're actively managing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12471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051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description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040880" y="1051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11247120" cy="96012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69164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6916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161848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ABSA account onboarding (real account IDs + IAM principal ARNs) delayed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040880" y="161848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Pre-stage Terraform; LocalStack-based regression demo keeps CI green; escalate by end Month 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265176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6517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20240" y="257860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sign-off slips, cascading into Group 2 + steady state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040880" y="257860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Group 1 as dress rehearsal; pre-stage Group 2 templates so the ramp doesn't wait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11247120" cy="96012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61188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611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20240" y="353872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compute platform choice (SFN+Lambda vs SageMaker) blocks Phase 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040880" y="353872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required end of Month 2; surface to architecture review board this week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457200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5720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920240" y="449884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reconciliation discrepancies force scoring-code rewrite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040880" y="449884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scoring logic incrementally during code optimization; record per-feature deltas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349240"/>
            <a:ext cx="11247120" cy="96012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553212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5321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920240" y="545896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issues (drift, schema mismatch) in initial intake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040880" y="54589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code-intake validate on first arrival; reject + return to ABSA the same day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ABSA × EXL  •  Onboarding Program Walkthrough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we've already built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Platform ready today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aren't starting from zero. The hosting platform is built end-to-end and runs the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chain locally every PR — code intake to verifier — so day 1 of real onboarding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configuration, not construction.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5778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487168"/>
            <a:ext cx="548640" cy="5486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487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6304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Intake validator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7432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checkers (Python static, SAS structural, schema, tests, PIR) with per-package venv isolation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55080" y="2194560"/>
            <a:ext cx="55778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0" y="2487168"/>
            <a:ext cx="548640" cy="5486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487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26948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Factory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69480" y="27432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ASL renderer with 3 templates (standard-batch, scalable-batch, realtime placeholder)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55778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813048"/>
            <a:ext cx="548640" cy="5486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813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46304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Manifest Signer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0690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asymmetric signing + verify-online / verify-offline / verify-from-bucket CLIs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55080" y="3520440"/>
            <a:ext cx="55778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0" y="3813048"/>
            <a:ext cx="548640" cy="5486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3813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26948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Registry API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269480" y="40690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DynamoDB with approval state machine and append-only audit log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846320"/>
            <a:ext cx="55778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77240" y="5138928"/>
            <a:ext cx="548640" cy="5486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138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46304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LocalStack End-to-End Demo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63040" y="53949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producer + verifier chain runs in CI on every PR; sample transcript committed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55080" y="4846320"/>
            <a:ext cx="55778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583680" y="5138928"/>
            <a:ext cx="548640" cy="5486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5138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26948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Ops Runbooks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269480" y="53949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key rotation, LocalStack demo, day-2 operating procedures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ABSA × EXL  •  Onboarding Program Walkthrough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need from ABSA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Unblocks real Phase 2-7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seven items unblock the real Phase 2-7 work. Until they arrive, the LocalStack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keeps the platform regression-tested but we cannot move scoring to real AWS.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03911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0574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Account IDs (ABSA receiving accounts + any additional EXL accounts)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62432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Principal ARNs requiring kms:Verify, kms:GetPublicKey, s3:GetObject access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172968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19125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runtime (Docker image + license terms) for full SAS validation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3989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75818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system contract (API spec or feed format for the mapping authority)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30682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432511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movement choice (S3 cross-account replication vs SFTP)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87375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48920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/ IVU API contract for governance integration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4406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54589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connectivity decision (VPC peering / Transit Gateway / PrivateLink)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ABSA × EXL  •  Onboarding Program Walkthrough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go from here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28800" y="24231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288036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SPOCs and circulate the master task tracker. Schedule the kickoff with steering committee.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09360" y="23774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498080" y="24231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2 weeks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0" y="288036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open decisions: ML compute platform, data-movement path, real-time tier SLA. Architecture sign-off.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160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828800" y="4206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30 days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46634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ABSA shares Group 1 model code + benchmarks. EXL stands up landing zones. First package validated via code-intake.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4160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498080" y="4206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90 days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98080" y="46634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built. Code optimized. Group 1 onboarded and reconciled. ABSA sign-off targeted end of Month 4.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6126480"/>
            <a:ext cx="1088136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6126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 Reach the Program Office or your assigned SPOC.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ABSA × EXL Model Hosting — Program Walkthrough</dc:title>
  <dc:subject>PptxGenJS Presentation</dc:subject>
  <dc:creator>ABSA × EXL Program Office</dc:creator>
  <cp:lastModifiedBy>ABSA × EXL Program Office</cp:lastModifiedBy>
  <cp:revision>1</cp:revision>
  <dcterms:created xsi:type="dcterms:W3CDTF">2026-06-11T07:21:00Z</dcterms:created>
  <dcterms:modified xsi:type="dcterms:W3CDTF">2026-06-11T07:21:00Z</dcterms:modified>
</cp:coreProperties>
</file>